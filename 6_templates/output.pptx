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627" r:id="rId5"/>
    <p:sldId id="628" r:id="rId14"/>
    <p:sldId id="629" r:id="rId15"/>
    <p:sldId id="630" r:id="rId16"/>
    <p:sldId id="631" r:id="rId17"/>
    <p:sldId id="632" r:id="rId18"/>
  </p:sldIdLst>
  <p:sldSz cx="10691813" cy="7559675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EC85A06-1885-4968-AE09-57ECD423E2D8}">
          <p14:sldIdLst>
            <p14:sldId id="62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496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839196B-945A-4485-A104-1404321B57D9}" v="1" dt="2026-03-17T02:26:00.0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29" autoAdjust="0"/>
    <p:restoredTop sz="94660"/>
  </p:normalViewPr>
  <p:slideViewPr>
    <p:cSldViewPr snapToGrid="0">
      <p:cViewPr varScale="1">
        <p:scale>
          <a:sx n="82" d="100"/>
          <a:sy n="82" d="100"/>
        </p:scale>
        <p:origin x="12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ew Ming Khang" userId="c878c81e-8c52-40b8-906c-93bd8415a346" providerId="ADAL" clId="{058ECFF8-04D6-41EF-978E-0726B9EF5CFE}"/>
    <pc:docChg chg="modMainMaster">
      <pc:chgData name="Liew Ming Khang" userId="c878c81e-8c52-40b8-906c-93bd8415a346" providerId="ADAL" clId="{058ECFF8-04D6-41EF-978E-0726B9EF5CFE}" dt="2026-03-17T02:26:09.003" v="2" actId="14100"/>
      <pc:docMkLst>
        <pc:docMk/>
      </pc:docMkLst>
      <pc:sldMasterChg chg="modSldLayout">
        <pc:chgData name="Liew Ming Khang" userId="c878c81e-8c52-40b8-906c-93bd8415a346" providerId="ADAL" clId="{058ECFF8-04D6-41EF-978E-0726B9EF5CFE}" dt="2026-03-17T02:26:09.003" v="2" actId="14100"/>
        <pc:sldMasterMkLst>
          <pc:docMk/>
          <pc:sldMasterMk cId="3886423089" sldId="2147483648"/>
        </pc:sldMasterMkLst>
        <pc:sldLayoutChg chg="addSp delSp modSp mod">
          <pc:chgData name="Liew Ming Khang" userId="c878c81e-8c52-40b8-906c-93bd8415a346" providerId="ADAL" clId="{058ECFF8-04D6-41EF-978E-0726B9EF5CFE}" dt="2026-03-17T02:26:09.003" v="2" actId="14100"/>
          <pc:sldLayoutMkLst>
            <pc:docMk/>
            <pc:sldMasterMk cId="3886423089" sldId="2147483648"/>
            <pc:sldLayoutMk cId="4036078090" sldId="2147483655"/>
          </pc:sldLayoutMkLst>
          <pc:spChg chg="add del">
            <ac:chgData name="Liew Ming Khang" userId="c878c81e-8c52-40b8-906c-93bd8415a346" providerId="ADAL" clId="{058ECFF8-04D6-41EF-978E-0726B9EF5CFE}" dt="2026-03-17T02:26:00.098" v="0" actId="11529"/>
            <ac:spMkLst>
              <pc:docMk/>
              <pc:sldMasterMk cId="3886423089" sldId="2147483648"/>
              <pc:sldLayoutMk cId="4036078090" sldId="2147483655"/>
              <ac:spMk id="5" creationId="{40B4242F-56DC-CA4F-099B-89408252E048}"/>
            </ac:spMkLst>
          </pc:spChg>
          <pc:spChg chg="add mod">
            <ac:chgData name="Liew Ming Khang" userId="c878c81e-8c52-40b8-906c-93bd8415a346" providerId="ADAL" clId="{058ECFF8-04D6-41EF-978E-0726B9EF5CFE}" dt="2026-03-17T02:26:09.003" v="2" actId="14100"/>
            <ac:spMkLst>
              <pc:docMk/>
              <pc:sldMasterMk cId="3886423089" sldId="2147483648"/>
              <pc:sldLayoutMk cId="4036078090" sldId="2147483655"/>
              <ac:spMk id="6" creationId="{F31BCDA4-240E-EAD4-CAEE-6EB44E1A9093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3E2D009-C524-B670-84AA-D13E0F4F7E5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A2D630-6F27-787D-C980-8BD8652C04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C8BF28-8366-4369-A3BA-70AE9EDE83CA}" type="datetimeFigureOut">
              <a:rPr lang="en-MY" smtClean="0"/>
              <a:t>17/3/2026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C61DC5-082C-5ECD-53C6-97949827757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9EBEE4-D2CF-9401-CA34-1E411A63250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B364DF-F89F-4532-83FB-C62D1BA5A28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4197782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BFF01C-7E15-4825-AC28-9732FE18EB87}" type="datetimeFigureOut">
              <a:rPr lang="en-MY" smtClean="0"/>
              <a:t>17/3/2026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6188" y="1143000"/>
            <a:ext cx="4365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8C81FB-3636-4CB3-B097-335A1C53346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8779584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22152-C042-3C0F-AD5A-85445B259E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36477" y="1237197"/>
            <a:ext cx="8018860" cy="2631887"/>
          </a:xfrm>
        </p:spPr>
        <p:txBody>
          <a:bodyPr anchor="b"/>
          <a:lstStyle>
            <a:lvl1pPr algn="ctr">
              <a:defRPr sz="5262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382183-20C1-2BD6-07F5-B343243A4C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105"/>
            </a:lvl1pPr>
            <a:lvl2pPr marL="400964" indent="0" algn="ctr">
              <a:buNone/>
              <a:defRPr sz="1754"/>
            </a:lvl2pPr>
            <a:lvl3pPr marL="801929" indent="0" algn="ctr">
              <a:buNone/>
              <a:defRPr sz="1579"/>
            </a:lvl3pPr>
            <a:lvl4pPr marL="1202893" indent="0" algn="ctr">
              <a:buNone/>
              <a:defRPr sz="1403"/>
            </a:lvl4pPr>
            <a:lvl5pPr marL="1603858" indent="0" algn="ctr">
              <a:buNone/>
              <a:defRPr sz="1403"/>
            </a:lvl5pPr>
            <a:lvl6pPr marL="2004822" indent="0" algn="ctr">
              <a:buNone/>
              <a:defRPr sz="1403"/>
            </a:lvl6pPr>
            <a:lvl7pPr marL="2405786" indent="0" algn="ctr">
              <a:buNone/>
              <a:defRPr sz="1403"/>
            </a:lvl7pPr>
            <a:lvl8pPr marL="2806751" indent="0" algn="ctr">
              <a:buNone/>
              <a:defRPr sz="1403"/>
            </a:lvl8pPr>
            <a:lvl9pPr marL="3207715" indent="0" algn="ctr">
              <a:buNone/>
              <a:defRPr sz="1403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1C335-97AF-92F3-83D7-CE64338DD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EF922-8FB5-407E-8DEC-6FBDDD13148D}" type="datetimeFigureOut">
              <a:rPr lang="en-SG" smtClean="0"/>
              <a:t>17/3/2026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D89CE9-8965-16B1-4CFE-9151F53BD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7D82A5-77A5-2FF0-903F-BCEA057F7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5162B6-F844-4B02-8E73-4BB548F894DC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0846447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F990FA-844B-B0FE-2AF6-F4EE85212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EF922-8FB5-407E-8DEC-6FBDDD13148D}" type="datetimeFigureOut">
              <a:rPr lang="en-SG" smtClean="0"/>
              <a:t>17/3/2026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510ECD-56EB-B60C-DD3A-8AF8FC49B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DFE2EA-B89B-C09A-33AD-27B468460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5162B6-F844-4B02-8E73-4BB548F894D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918347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BC318-3802-A996-A5DA-B572D21831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493" y="1884670"/>
            <a:ext cx="9221689" cy="3144614"/>
          </a:xfrm>
        </p:spPr>
        <p:txBody>
          <a:bodyPr anchor="b"/>
          <a:lstStyle>
            <a:lvl1pPr>
              <a:defRPr sz="5262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40C33E-E97D-D128-3EAA-8DF2619CDA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9493" y="5059034"/>
            <a:ext cx="9221689" cy="1653678"/>
          </a:xfrm>
        </p:spPr>
        <p:txBody>
          <a:bodyPr/>
          <a:lstStyle>
            <a:lvl1pPr marL="0" indent="0">
              <a:buNone/>
              <a:defRPr sz="2105">
                <a:solidFill>
                  <a:schemeClr val="tx1">
                    <a:tint val="82000"/>
                  </a:schemeClr>
                </a:solidFill>
              </a:defRPr>
            </a:lvl1pPr>
            <a:lvl2pPr marL="400964" indent="0">
              <a:buNone/>
              <a:defRPr sz="1754">
                <a:solidFill>
                  <a:schemeClr val="tx1">
                    <a:tint val="82000"/>
                  </a:schemeClr>
                </a:solidFill>
              </a:defRPr>
            </a:lvl2pPr>
            <a:lvl3pPr marL="801929" indent="0">
              <a:buNone/>
              <a:defRPr sz="1579">
                <a:solidFill>
                  <a:schemeClr val="tx1">
                    <a:tint val="82000"/>
                  </a:schemeClr>
                </a:solidFill>
              </a:defRPr>
            </a:lvl3pPr>
            <a:lvl4pPr marL="1202893" indent="0">
              <a:buNone/>
              <a:defRPr sz="1403">
                <a:solidFill>
                  <a:schemeClr val="tx1">
                    <a:tint val="82000"/>
                  </a:schemeClr>
                </a:solidFill>
              </a:defRPr>
            </a:lvl4pPr>
            <a:lvl5pPr marL="1603858" indent="0">
              <a:buNone/>
              <a:defRPr sz="1403">
                <a:solidFill>
                  <a:schemeClr val="tx1">
                    <a:tint val="82000"/>
                  </a:schemeClr>
                </a:solidFill>
              </a:defRPr>
            </a:lvl5pPr>
            <a:lvl6pPr marL="2004822" indent="0">
              <a:buNone/>
              <a:defRPr sz="1403">
                <a:solidFill>
                  <a:schemeClr val="tx1">
                    <a:tint val="82000"/>
                  </a:schemeClr>
                </a:solidFill>
              </a:defRPr>
            </a:lvl6pPr>
            <a:lvl7pPr marL="2405786" indent="0">
              <a:buNone/>
              <a:defRPr sz="1403">
                <a:solidFill>
                  <a:schemeClr val="tx1">
                    <a:tint val="82000"/>
                  </a:schemeClr>
                </a:solidFill>
              </a:defRPr>
            </a:lvl7pPr>
            <a:lvl8pPr marL="2806751" indent="0">
              <a:buNone/>
              <a:defRPr sz="1403">
                <a:solidFill>
                  <a:schemeClr val="tx1">
                    <a:tint val="82000"/>
                  </a:schemeClr>
                </a:solidFill>
              </a:defRPr>
            </a:lvl8pPr>
            <a:lvl9pPr marL="3207715" indent="0">
              <a:buNone/>
              <a:defRPr sz="140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85AB56-3DCB-4E93-32CF-A1C2B3708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EF922-8FB5-407E-8DEC-6FBDDD13148D}" type="datetimeFigureOut">
              <a:rPr lang="en-SG" smtClean="0"/>
              <a:t>17/3/2026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9AA1D7-96A4-9CA1-64BF-441A21139B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6A5057-1B58-5134-8301-2939749FF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5162B6-F844-4B02-8E73-4BB548F894D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166696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55462-FD9D-63A9-F078-1923D7B75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354A2-7EA8-A2F5-EDB1-FBD79FF40A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A31567-59EC-4EBE-6B27-171B86B336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D8948C-1FC0-69B5-D5B2-B6FF6D177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EF922-8FB5-407E-8DEC-6FBDDD13148D}" type="datetimeFigureOut">
              <a:rPr lang="en-SG" smtClean="0"/>
              <a:t>17/3/2026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09254D-E6F1-6486-6162-EC9D194B0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92AC39-7820-5B9B-0AA1-B998287D3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5162B6-F844-4B02-8E73-4BB548F894D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93707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ED6D6-A716-9F85-6F3E-574BE23E1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6455" y="402483"/>
            <a:ext cx="9221689" cy="146118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81AEAD-3508-9064-8E2B-56D054D520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6455" y="1853171"/>
            <a:ext cx="4523138" cy="908210"/>
          </a:xfrm>
        </p:spPr>
        <p:txBody>
          <a:bodyPr anchor="b"/>
          <a:lstStyle>
            <a:lvl1pPr marL="0" indent="0">
              <a:buNone/>
              <a:defRPr sz="2105" b="1"/>
            </a:lvl1pPr>
            <a:lvl2pPr marL="400964" indent="0">
              <a:buNone/>
              <a:defRPr sz="1754" b="1"/>
            </a:lvl2pPr>
            <a:lvl3pPr marL="801929" indent="0">
              <a:buNone/>
              <a:defRPr sz="1579" b="1"/>
            </a:lvl3pPr>
            <a:lvl4pPr marL="1202893" indent="0">
              <a:buNone/>
              <a:defRPr sz="1403" b="1"/>
            </a:lvl4pPr>
            <a:lvl5pPr marL="1603858" indent="0">
              <a:buNone/>
              <a:defRPr sz="1403" b="1"/>
            </a:lvl5pPr>
            <a:lvl6pPr marL="2004822" indent="0">
              <a:buNone/>
              <a:defRPr sz="1403" b="1"/>
            </a:lvl6pPr>
            <a:lvl7pPr marL="2405786" indent="0">
              <a:buNone/>
              <a:defRPr sz="1403" b="1"/>
            </a:lvl7pPr>
            <a:lvl8pPr marL="2806751" indent="0">
              <a:buNone/>
              <a:defRPr sz="1403" b="1"/>
            </a:lvl8pPr>
            <a:lvl9pPr marL="3207715" indent="0">
              <a:buNone/>
              <a:defRPr sz="140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F6210B-9679-1D91-D4A7-4EDC0BC8D9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36455" y="2761381"/>
            <a:ext cx="4523138" cy="40615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01B0D8-30A2-B026-41F9-3A1CC835A5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412730" y="1853171"/>
            <a:ext cx="4545413" cy="908210"/>
          </a:xfrm>
        </p:spPr>
        <p:txBody>
          <a:bodyPr anchor="b"/>
          <a:lstStyle>
            <a:lvl1pPr marL="0" indent="0">
              <a:buNone/>
              <a:defRPr sz="2105" b="1"/>
            </a:lvl1pPr>
            <a:lvl2pPr marL="400964" indent="0">
              <a:buNone/>
              <a:defRPr sz="1754" b="1"/>
            </a:lvl2pPr>
            <a:lvl3pPr marL="801929" indent="0">
              <a:buNone/>
              <a:defRPr sz="1579" b="1"/>
            </a:lvl3pPr>
            <a:lvl4pPr marL="1202893" indent="0">
              <a:buNone/>
              <a:defRPr sz="1403" b="1"/>
            </a:lvl4pPr>
            <a:lvl5pPr marL="1603858" indent="0">
              <a:buNone/>
              <a:defRPr sz="1403" b="1"/>
            </a:lvl5pPr>
            <a:lvl6pPr marL="2004822" indent="0">
              <a:buNone/>
              <a:defRPr sz="1403" b="1"/>
            </a:lvl6pPr>
            <a:lvl7pPr marL="2405786" indent="0">
              <a:buNone/>
              <a:defRPr sz="1403" b="1"/>
            </a:lvl7pPr>
            <a:lvl8pPr marL="2806751" indent="0">
              <a:buNone/>
              <a:defRPr sz="1403" b="1"/>
            </a:lvl8pPr>
            <a:lvl9pPr marL="3207715" indent="0">
              <a:buNone/>
              <a:defRPr sz="140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23FF1B0-D95A-8183-A569-8A8AB0BAA7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412730" y="2761381"/>
            <a:ext cx="4545413" cy="40615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EA693E-1147-8D6C-A0E7-904E4F6A95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EF922-8FB5-407E-8DEC-6FBDDD13148D}" type="datetimeFigureOut">
              <a:rPr lang="en-SG" smtClean="0"/>
              <a:t>17/3/2026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5F133B-BA6D-9CFF-40C3-58EFFFA62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4A6467B-EDC9-0BA8-D9F1-58066337C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5162B6-F844-4B02-8E73-4BB548F894D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550982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F0BE2-A803-0748-AC35-857D2ACB7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D46BEA-2513-B725-8099-A02E61305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EF922-8FB5-407E-8DEC-6FBDDD13148D}" type="datetimeFigureOut">
              <a:rPr lang="en-SG" smtClean="0"/>
              <a:t>17/3/2026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A63F34-81C5-E4A0-951A-F83461C3A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9D5822-E835-62BF-D1C2-B3CD1BE92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5162B6-F844-4B02-8E73-4BB548F894D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019277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2BC804-F297-4F27-394A-4FFFE2666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EF922-8FB5-407E-8DEC-6FBDDD13148D}" type="datetimeFigureOut">
              <a:rPr lang="en-SG" smtClean="0"/>
              <a:t>17/3/2026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19BF46-A023-FFFE-8F38-A43935AF9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A7920-2D54-9B45-55F8-3C8ED973D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5162B6-F844-4B02-8E73-4BB548F894D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360780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Q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2BC804-F297-4F27-394A-4FFFE2666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EF922-8FB5-407E-8DEC-6FBDDD13148D}" type="datetimeFigureOut">
              <a:rPr lang="en-SG" smtClean="0"/>
              <a:t>17/3/2026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19BF46-A023-FFFE-8F38-A43935AF9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A7920-2D54-9B45-55F8-3C8ED973D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5162B6-F844-4B02-8E73-4BB548F894DC}" type="slidenum">
              <a:rPr lang="en-SG" smtClean="0"/>
              <a:t>‹#›</a:t>
            </a:fld>
            <a:endParaRPr lang="en-SG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31BCDA4-240E-EAD4-CAEE-6EB44E1A909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35062" y="1662113"/>
            <a:ext cx="9323338" cy="5046662"/>
          </a:xfrm>
        </p:spPr>
        <p:txBody>
          <a:bodyPr/>
          <a:lstStyle/>
          <a:p>
            <a:endParaRPr lang="en-MY"/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2579E3F8-1FE3-2186-CD5E-10028D535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146" y="1100222"/>
            <a:ext cx="6740816" cy="393100"/>
          </a:xfrm>
        </p:spPr>
        <p:txBody>
          <a:bodyPr/>
          <a:lstStyle>
            <a:lvl1pPr>
              <a:defRPr sz="1850" b="1"/>
            </a:lvl1pPr>
          </a:lstStyle>
          <a:p>
            <a:r>
              <a:rPr lang="en-US" dirty="0"/>
              <a:t>Click to edit Master title style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2429976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CABB2-CD01-D898-412F-E72B1F548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2806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B2DEE4-2F50-1625-D0A8-D57EF17DA9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5413" y="1088454"/>
            <a:ext cx="5412730" cy="5372269"/>
          </a:xfrm>
        </p:spPr>
        <p:txBody>
          <a:bodyPr/>
          <a:lstStyle>
            <a:lvl1pPr>
              <a:defRPr sz="2806"/>
            </a:lvl1pPr>
            <a:lvl2pPr>
              <a:defRPr sz="2456"/>
            </a:lvl2pPr>
            <a:lvl3pPr>
              <a:defRPr sz="2105"/>
            </a:lvl3pPr>
            <a:lvl4pPr>
              <a:defRPr sz="1754"/>
            </a:lvl4pPr>
            <a:lvl5pPr>
              <a:defRPr sz="1754"/>
            </a:lvl5pPr>
            <a:lvl6pPr>
              <a:defRPr sz="1754"/>
            </a:lvl6pPr>
            <a:lvl7pPr>
              <a:defRPr sz="1754"/>
            </a:lvl7pPr>
            <a:lvl8pPr>
              <a:defRPr sz="1754"/>
            </a:lvl8pPr>
            <a:lvl9pPr>
              <a:defRPr sz="175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FDD5BA-59D5-45FB-D724-DC8B589932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403"/>
            </a:lvl1pPr>
            <a:lvl2pPr marL="400964" indent="0">
              <a:buNone/>
              <a:defRPr sz="1228"/>
            </a:lvl2pPr>
            <a:lvl3pPr marL="801929" indent="0">
              <a:buNone/>
              <a:defRPr sz="1052"/>
            </a:lvl3pPr>
            <a:lvl4pPr marL="1202893" indent="0">
              <a:buNone/>
              <a:defRPr sz="877"/>
            </a:lvl4pPr>
            <a:lvl5pPr marL="1603858" indent="0">
              <a:buNone/>
              <a:defRPr sz="877"/>
            </a:lvl5pPr>
            <a:lvl6pPr marL="2004822" indent="0">
              <a:buNone/>
              <a:defRPr sz="877"/>
            </a:lvl6pPr>
            <a:lvl7pPr marL="2405786" indent="0">
              <a:buNone/>
              <a:defRPr sz="877"/>
            </a:lvl7pPr>
            <a:lvl8pPr marL="2806751" indent="0">
              <a:buNone/>
              <a:defRPr sz="877"/>
            </a:lvl8pPr>
            <a:lvl9pPr marL="3207715" indent="0">
              <a:buNone/>
              <a:defRPr sz="87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53B893-5973-7E7A-ED99-B820F6D2B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EF922-8FB5-407E-8DEC-6FBDDD13148D}" type="datetimeFigureOut">
              <a:rPr lang="en-SG" smtClean="0"/>
              <a:t>17/3/2026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5369D9-FFE2-4CBD-568F-B62A1601D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8E945F-69F0-984C-4687-D6B5013BA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5162B6-F844-4B02-8E73-4BB548F894D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86800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5B95E-A1B9-3568-6369-4C0240B84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2806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895B15-AA17-8E96-BB23-922088A945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545413" y="1088454"/>
            <a:ext cx="5412730" cy="5372269"/>
          </a:xfrm>
        </p:spPr>
        <p:txBody>
          <a:bodyPr/>
          <a:lstStyle>
            <a:lvl1pPr marL="0" indent="0">
              <a:buNone/>
              <a:defRPr sz="2806"/>
            </a:lvl1pPr>
            <a:lvl2pPr marL="400964" indent="0">
              <a:buNone/>
              <a:defRPr sz="2456"/>
            </a:lvl2pPr>
            <a:lvl3pPr marL="801929" indent="0">
              <a:buNone/>
              <a:defRPr sz="2105"/>
            </a:lvl3pPr>
            <a:lvl4pPr marL="1202893" indent="0">
              <a:buNone/>
              <a:defRPr sz="1754"/>
            </a:lvl4pPr>
            <a:lvl5pPr marL="1603858" indent="0">
              <a:buNone/>
              <a:defRPr sz="1754"/>
            </a:lvl5pPr>
            <a:lvl6pPr marL="2004822" indent="0">
              <a:buNone/>
              <a:defRPr sz="1754"/>
            </a:lvl6pPr>
            <a:lvl7pPr marL="2405786" indent="0">
              <a:buNone/>
              <a:defRPr sz="1754"/>
            </a:lvl7pPr>
            <a:lvl8pPr marL="2806751" indent="0">
              <a:buNone/>
              <a:defRPr sz="1754"/>
            </a:lvl8pPr>
            <a:lvl9pPr marL="3207715" indent="0">
              <a:buNone/>
              <a:defRPr sz="1754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856AB1-E6CE-B1BE-0C51-66AD4A956E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403"/>
            </a:lvl1pPr>
            <a:lvl2pPr marL="400964" indent="0">
              <a:buNone/>
              <a:defRPr sz="1228"/>
            </a:lvl2pPr>
            <a:lvl3pPr marL="801929" indent="0">
              <a:buNone/>
              <a:defRPr sz="1052"/>
            </a:lvl3pPr>
            <a:lvl4pPr marL="1202893" indent="0">
              <a:buNone/>
              <a:defRPr sz="877"/>
            </a:lvl4pPr>
            <a:lvl5pPr marL="1603858" indent="0">
              <a:buNone/>
              <a:defRPr sz="877"/>
            </a:lvl5pPr>
            <a:lvl6pPr marL="2004822" indent="0">
              <a:buNone/>
              <a:defRPr sz="877"/>
            </a:lvl6pPr>
            <a:lvl7pPr marL="2405786" indent="0">
              <a:buNone/>
              <a:defRPr sz="877"/>
            </a:lvl7pPr>
            <a:lvl8pPr marL="2806751" indent="0">
              <a:buNone/>
              <a:defRPr sz="877"/>
            </a:lvl8pPr>
            <a:lvl9pPr marL="3207715" indent="0">
              <a:buNone/>
              <a:defRPr sz="87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D7EA97-FE31-2C7A-75F5-861CB3849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EF922-8FB5-407E-8DEC-6FBDDD13148D}" type="datetimeFigureOut">
              <a:rPr lang="en-SG" smtClean="0"/>
              <a:t>17/3/2026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31931D-C922-A89D-3337-305305566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A6185A-DFC6-6769-FC5F-872D9111F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5162B6-F844-4B02-8E73-4BB548F894D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2004003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3D9D1-A091-9D2E-A2B5-13C8BD782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A01879-1CE7-B6D6-D04E-164C9A664E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F36015-535F-30B6-B696-8FCFE8356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EF922-8FB5-407E-8DEC-6FBDDD13148D}" type="datetimeFigureOut">
              <a:rPr lang="en-SG" smtClean="0"/>
              <a:t>17/3/2026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CE905F-1040-8C22-8F38-908D8EBB64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A8F53A-E280-6FDD-99EF-06C643097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5162B6-F844-4B02-8E73-4BB548F894D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077731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6BB5D7-4FCC-4694-D09B-2A821C5D94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6746DA-B7E3-6A7F-8E7B-6AF335734E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35062" y="402483"/>
            <a:ext cx="6782619" cy="64064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054E5D-F2FE-FF2C-EE69-91F37BEDC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EF922-8FB5-407E-8DEC-6FBDDD13148D}" type="datetimeFigureOut">
              <a:rPr lang="en-SG" smtClean="0"/>
              <a:t>17/3/2026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D12F1A-0A23-34F2-E33C-408D4BA80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63C706-FA2D-2972-F722-F7A838679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5162B6-F844-4B02-8E73-4BB548F894D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25221257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81B297-AFA0-8B03-19CD-7899C36E7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5062" y="402483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3DB2C7-3215-BD00-7C5A-232EA1420C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B1D6B1-1F73-F313-DD60-F0960816C0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5062" y="7006699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FEF922-8FB5-407E-8DEC-6FBDDD13148D}" type="datetimeFigureOut">
              <a:rPr lang="en-SG" smtClean="0"/>
              <a:t>17/3/2026</a:t>
            </a:fld>
            <a:endParaRPr lang="en-SG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E106D5-ECEA-6311-AA3D-2CF7DF7958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41663" y="7006699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B0313A-F342-565D-2910-27A11361F9E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5061" y="402483"/>
            <a:ext cx="9221690" cy="466725"/>
          </a:xfrm>
          <a:prstGeom prst="rect">
            <a:avLst/>
          </a:prstGeom>
          <a:gradFill rotWithShape="1">
            <a:gsLst>
              <a:gs pos="0">
                <a:srgbClr val="002060"/>
              </a:gs>
              <a:gs pos="50000">
                <a:srgbClr val="C3C6D0"/>
              </a:gs>
              <a:gs pos="100000">
                <a:srgbClr val="F2F2F2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YNJDC2.2 Day 2 CxL5 IST Interim Report</a:t>
            </a:r>
            <a:endParaRPr kumimoji="0" lang="en-US" altLang="en-US" sz="7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27 FEB 2026 | YNJCC-BBSB-RIT-PJW-30001 Rev. A</a:t>
            </a:r>
            <a:endParaRPr kumimoji="0" lang="en-US" altLang="en-US" sz="7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</p:txBody>
      </p:sp>
      <p:pic>
        <p:nvPicPr>
          <p:cNvPr id="2049" name="Picture 4">
            <a:extLst>
              <a:ext uri="{FF2B5EF4-FFF2-40B4-BE49-F238E27FC236}">
                <a16:creationId xmlns:a16="http://schemas.microsoft.com/office/drawing/2014/main" id="{F50C54D2-B5F9-DFED-5D55-BDE34C9F2CE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3830" y="483185"/>
            <a:ext cx="782637" cy="346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6">
            <a:extLst>
              <a:ext uri="{FF2B5EF4-FFF2-40B4-BE49-F238E27FC236}">
                <a16:creationId xmlns:a16="http://schemas.microsoft.com/office/drawing/2014/main" id="{5F9DEBC1-66D6-44F0-DF7D-7BCBA8A7E63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1092" y="483185"/>
            <a:ext cx="1462088" cy="342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6">
            <a:extLst>
              <a:ext uri="{FF2B5EF4-FFF2-40B4-BE49-F238E27FC236}">
                <a16:creationId xmlns:a16="http://schemas.microsoft.com/office/drawing/2014/main" id="{4B4F819F-6810-45BC-BBE1-8B6363B8865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5061" y="6957701"/>
            <a:ext cx="9258300" cy="203200"/>
          </a:xfrm>
          <a:prstGeom prst="rect">
            <a:avLst/>
          </a:prstGeom>
          <a:gradFill rotWithShape="1">
            <a:gsLst>
              <a:gs pos="0">
                <a:srgbClr val="F2F2F2"/>
              </a:gs>
              <a:gs pos="50000">
                <a:srgbClr val="C3C6D0"/>
              </a:gs>
              <a:gs pos="100000">
                <a:srgbClr val="203864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BF657AFF-8A86-3748-9CB1-08E69BC0D85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5060" y="6782145"/>
            <a:ext cx="9644063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770438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770438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770438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770438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770438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770438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770438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770438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770438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770438" algn="l"/>
              </a:tabLst>
            </a:pPr>
            <a:endParaRPr kumimoji="0" lang="en-US" altLang="en-US" sz="800" b="0" i="0" u="none" strike="noStrike" cap="none" normalizeH="0" baseline="0" dirty="0">
              <a:ln>
                <a:noFill/>
              </a:ln>
              <a:solidFill>
                <a:srgbClr val="323E4F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90488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770438" algn="l"/>
              </a:tabLst>
              <a:defRPr/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rgbClr val="323E4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BLUE BULB ENGINEERING SDN. BHD. | All Rights Reserved. CONFIDENTIAL &amp; PROPRIETARY – Internal Use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8496B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	`			 </a:t>
            </a:r>
            <a:endParaRPr kumimoji="0" lang="en-SG" sz="1200" b="0" i="0" u="none" strike="noStrike" kern="1200" cap="none" normalizeH="0" baseline="0" dirty="0">
              <a:ln>
                <a:noFill/>
              </a:ln>
              <a:solidFill>
                <a:srgbClr val="8496B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0BB9DA-008A-54A2-826C-A5FE31F0A4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267723" y="684139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8496B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745162B6-F844-4B02-8E73-4BB548F894DC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886423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801929" rtl="0" eaLnBrk="1" latinLnBrk="0" hangingPunct="1">
        <a:lnSpc>
          <a:spcPct val="90000"/>
        </a:lnSpc>
        <a:spcBef>
          <a:spcPct val="0"/>
        </a:spcBef>
        <a:buNone/>
        <a:defRPr sz="38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0482" indent="-200482" algn="l" defTabSz="801929" rtl="0" eaLnBrk="1" latinLnBrk="0" hangingPunct="1">
        <a:lnSpc>
          <a:spcPct val="90000"/>
        </a:lnSpc>
        <a:spcBef>
          <a:spcPts val="877"/>
        </a:spcBef>
        <a:buFont typeface="Arial" panose="020B0604020202020204" pitchFamily="34" charset="0"/>
        <a:buChar char="•"/>
        <a:defRPr sz="2456" kern="1200">
          <a:solidFill>
            <a:schemeClr val="tx1"/>
          </a:solidFill>
          <a:latin typeface="+mn-lt"/>
          <a:ea typeface="+mn-ea"/>
          <a:cs typeface="+mn-cs"/>
        </a:defRPr>
      </a:lvl1pPr>
      <a:lvl2pPr marL="601447" indent="-200482" algn="l" defTabSz="801929" rtl="0" eaLnBrk="1" latinLnBrk="0" hangingPunct="1">
        <a:lnSpc>
          <a:spcPct val="90000"/>
        </a:lnSpc>
        <a:spcBef>
          <a:spcPts val="439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2pPr>
      <a:lvl3pPr marL="1002411" indent="-200482" algn="l" defTabSz="801929" rtl="0" eaLnBrk="1" latinLnBrk="0" hangingPunct="1">
        <a:lnSpc>
          <a:spcPct val="90000"/>
        </a:lnSpc>
        <a:spcBef>
          <a:spcPts val="439"/>
        </a:spcBef>
        <a:buFont typeface="Arial" panose="020B0604020202020204" pitchFamily="34" charset="0"/>
        <a:buChar char="•"/>
        <a:defRPr sz="1754" kern="1200">
          <a:solidFill>
            <a:schemeClr val="tx1"/>
          </a:solidFill>
          <a:latin typeface="+mn-lt"/>
          <a:ea typeface="+mn-ea"/>
          <a:cs typeface="+mn-cs"/>
        </a:defRPr>
      </a:lvl3pPr>
      <a:lvl4pPr marL="1403375" indent="-200482" algn="l" defTabSz="801929" rtl="0" eaLnBrk="1" latinLnBrk="0" hangingPunct="1">
        <a:lnSpc>
          <a:spcPct val="90000"/>
        </a:lnSpc>
        <a:spcBef>
          <a:spcPts val="439"/>
        </a:spcBef>
        <a:buFont typeface="Arial" panose="020B0604020202020204" pitchFamily="34" charset="0"/>
        <a:buChar char="•"/>
        <a:defRPr sz="1579" kern="1200">
          <a:solidFill>
            <a:schemeClr val="tx1"/>
          </a:solidFill>
          <a:latin typeface="+mn-lt"/>
          <a:ea typeface="+mn-ea"/>
          <a:cs typeface="+mn-cs"/>
        </a:defRPr>
      </a:lvl4pPr>
      <a:lvl5pPr marL="1804340" indent="-200482" algn="l" defTabSz="801929" rtl="0" eaLnBrk="1" latinLnBrk="0" hangingPunct="1">
        <a:lnSpc>
          <a:spcPct val="90000"/>
        </a:lnSpc>
        <a:spcBef>
          <a:spcPts val="439"/>
        </a:spcBef>
        <a:buFont typeface="Arial" panose="020B0604020202020204" pitchFamily="34" charset="0"/>
        <a:buChar char="•"/>
        <a:defRPr sz="1579" kern="1200">
          <a:solidFill>
            <a:schemeClr val="tx1"/>
          </a:solidFill>
          <a:latin typeface="+mn-lt"/>
          <a:ea typeface="+mn-ea"/>
          <a:cs typeface="+mn-cs"/>
        </a:defRPr>
      </a:lvl5pPr>
      <a:lvl6pPr marL="2205304" indent="-200482" algn="l" defTabSz="801929" rtl="0" eaLnBrk="1" latinLnBrk="0" hangingPunct="1">
        <a:lnSpc>
          <a:spcPct val="90000"/>
        </a:lnSpc>
        <a:spcBef>
          <a:spcPts val="439"/>
        </a:spcBef>
        <a:buFont typeface="Arial" panose="020B0604020202020204" pitchFamily="34" charset="0"/>
        <a:buChar char="•"/>
        <a:defRPr sz="1579" kern="1200">
          <a:solidFill>
            <a:schemeClr val="tx1"/>
          </a:solidFill>
          <a:latin typeface="+mn-lt"/>
          <a:ea typeface="+mn-ea"/>
          <a:cs typeface="+mn-cs"/>
        </a:defRPr>
      </a:lvl6pPr>
      <a:lvl7pPr marL="2606269" indent="-200482" algn="l" defTabSz="801929" rtl="0" eaLnBrk="1" latinLnBrk="0" hangingPunct="1">
        <a:lnSpc>
          <a:spcPct val="90000"/>
        </a:lnSpc>
        <a:spcBef>
          <a:spcPts val="439"/>
        </a:spcBef>
        <a:buFont typeface="Arial" panose="020B0604020202020204" pitchFamily="34" charset="0"/>
        <a:buChar char="•"/>
        <a:defRPr sz="1579" kern="1200">
          <a:solidFill>
            <a:schemeClr val="tx1"/>
          </a:solidFill>
          <a:latin typeface="+mn-lt"/>
          <a:ea typeface="+mn-ea"/>
          <a:cs typeface="+mn-cs"/>
        </a:defRPr>
      </a:lvl7pPr>
      <a:lvl8pPr marL="3007233" indent="-200482" algn="l" defTabSz="801929" rtl="0" eaLnBrk="1" latinLnBrk="0" hangingPunct="1">
        <a:lnSpc>
          <a:spcPct val="90000"/>
        </a:lnSpc>
        <a:spcBef>
          <a:spcPts val="439"/>
        </a:spcBef>
        <a:buFont typeface="Arial" panose="020B0604020202020204" pitchFamily="34" charset="0"/>
        <a:buChar char="•"/>
        <a:defRPr sz="1579" kern="1200">
          <a:solidFill>
            <a:schemeClr val="tx1"/>
          </a:solidFill>
          <a:latin typeface="+mn-lt"/>
          <a:ea typeface="+mn-ea"/>
          <a:cs typeface="+mn-cs"/>
        </a:defRPr>
      </a:lvl8pPr>
      <a:lvl9pPr marL="3408197" indent="-200482" algn="l" defTabSz="801929" rtl="0" eaLnBrk="1" latinLnBrk="0" hangingPunct="1">
        <a:lnSpc>
          <a:spcPct val="90000"/>
        </a:lnSpc>
        <a:spcBef>
          <a:spcPts val="439"/>
        </a:spcBef>
        <a:buFont typeface="Arial" panose="020B0604020202020204" pitchFamily="34" charset="0"/>
        <a:buChar char="•"/>
        <a:defRPr sz="157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01929" rtl="0" eaLnBrk="1" latinLnBrk="0" hangingPunct="1">
        <a:defRPr sz="1579" kern="1200">
          <a:solidFill>
            <a:schemeClr val="tx1"/>
          </a:solidFill>
          <a:latin typeface="+mn-lt"/>
          <a:ea typeface="+mn-ea"/>
          <a:cs typeface="+mn-cs"/>
        </a:defRPr>
      </a:lvl1pPr>
      <a:lvl2pPr marL="400964" algn="l" defTabSz="801929" rtl="0" eaLnBrk="1" latinLnBrk="0" hangingPunct="1">
        <a:defRPr sz="1579" kern="1200">
          <a:solidFill>
            <a:schemeClr val="tx1"/>
          </a:solidFill>
          <a:latin typeface="+mn-lt"/>
          <a:ea typeface="+mn-ea"/>
          <a:cs typeface="+mn-cs"/>
        </a:defRPr>
      </a:lvl2pPr>
      <a:lvl3pPr marL="801929" algn="l" defTabSz="801929" rtl="0" eaLnBrk="1" latinLnBrk="0" hangingPunct="1">
        <a:defRPr sz="1579" kern="1200">
          <a:solidFill>
            <a:schemeClr val="tx1"/>
          </a:solidFill>
          <a:latin typeface="+mn-lt"/>
          <a:ea typeface="+mn-ea"/>
          <a:cs typeface="+mn-cs"/>
        </a:defRPr>
      </a:lvl3pPr>
      <a:lvl4pPr marL="1202893" algn="l" defTabSz="801929" rtl="0" eaLnBrk="1" latinLnBrk="0" hangingPunct="1">
        <a:defRPr sz="1579" kern="1200">
          <a:solidFill>
            <a:schemeClr val="tx1"/>
          </a:solidFill>
          <a:latin typeface="+mn-lt"/>
          <a:ea typeface="+mn-ea"/>
          <a:cs typeface="+mn-cs"/>
        </a:defRPr>
      </a:lvl4pPr>
      <a:lvl5pPr marL="1603858" algn="l" defTabSz="801929" rtl="0" eaLnBrk="1" latinLnBrk="0" hangingPunct="1">
        <a:defRPr sz="1579" kern="1200">
          <a:solidFill>
            <a:schemeClr val="tx1"/>
          </a:solidFill>
          <a:latin typeface="+mn-lt"/>
          <a:ea typeface="+mn-ea"/>
          <a:cs typeface="+mn-cs"/>
        </a:defRPr>
      </a:lvl5pPr>
      <a:lvl6pPr marL="2004822" algn="l" defTabSz="801929" rtl="0" eaLnBrk="1" latinLnBrk="0" hangingPunct="1">
        <a:defRPr sz="1579" kern="1200">
          <a:solidFill>
            <a:schemeClr val="tx1"/>
          </a:solidFill>
          <a:latin typeface="+mn-lt"/>
          <a:ea typeface="+mn-ea"/>
          <a:cs typeface="+mn-cs"/>
        </a:defRPr>
      </a:lvl6pPr>
      <a:lvl7pPr marL="2405786" algn="l" defTabSz="801929" rtl="0" eaLnBrk="1" latinLnBrk="0" hangingPunct="1">
        <a:defRPr sz="1579" kern="1200">
          <a:solidFill>
            <a:schemeClr val="tx1"/>
          </a:solidFill>
          <a:latin typeface="+mn-lt"/>
          <a:ea typeface="+mn-ea"/>
          <a:cs typeface="+mn-cs"/>
        </a:defRPr>
      </a:lvl7pPr>
      <a:lvl8pPr marL="2806751" algn="l" defTabSz="801929" rtl="0" eaLnBrk="1" latinLnBrk="0" hangingPunct="1">
        <a:defRPr sz="1579" kern="1200">
          <a:solidFill>
            <a:schemeClr val="tx1"/>
          </a:solidFill>
          <a:latin typeface="+mn-lt"/>
          <a:ea typeface="+mn-ea"/>
          <a:cs typeface="+mn-cs"/>
        </a:defRPr>
      </a:lvl8pPr>
      <a:lvl9pPr marL="3207715" algn="l" defTabSz="801929" rtl="0" eaLnBrk="1" latinLnBrk="0" hangingPunct="1">
        <a:defRPr sz="157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3FA996-1C03-93F8-1E0A-794B259B5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839DD0F-584F-1249-7EE5-C3633A85F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675295271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UPS-15-ISOTX-C1-IST-DAY4__5_config_composite_Frequency</a:t>
            </a:r>
          </a:p>
        </p:txBody>
      </p:sp>
      <p:pic>
        <p:nvPicPr>
          <p:cNvPr id="4" name="Picture 3" descr="UPS-15-ISOTX-C1-IST-DAY4__5_config_composite_Frequ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809" y="1662113"/>
            <a:ext cx="8971843" cy="504666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UPS-15-ISOTX-C1-IST-DAY4__1_config_composite_Power_Factor</a:t>
            </a:r>
          </a:p>
        </p:txBody>
      </p:sp>
      <p:pic>
        <p:nvPicPr>
          <p:cNvPr id="4" name="Picture 3" descr="UPS-15-ISOTX-C1-IST-DAY4__1_config_composite_Power_F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809" y="1662113"/>
            <a:ext cx="8971843" cy="504666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UPS-15-ISOTX-C1-IST-DAY4__Active_Power</a:t>
            </a:r>
          </a:p>
        </p:txBody>
      </p:sp>
      <p:pic>
        <p:nvPicPr>
          <p:cNvPr id="4" name="Picture 3" descr="UPS-15-ISOTX-C1-IST-DAY4__Active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809" y="1662113"/>
            <a:ext cx="8971843" cy="504666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UPS-15-ISOTX-C1-IST-DAY4__2_config_composite_Voltage</a:t>
            </a:r>
          </a:p>
        </p:txBody>
      </p:sp>
      <p:pic>
        <p:nvPicPr>
          <p:cNvPr id="4" name="Picture 3" descr="UPS-15-ISOTX-C1-IST-DAY4__2_config_composite_Vol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809" y="1662113"/>
            <a:ext cx="8971843" cy="50466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UPS-15-ISOTX-C1-IST-DAY4__3_confcomposite_Current</a:t>
            </a:r>
          </a:p>
        </p:txBody>
      </p:sp>
      <p:pic>
        <p:nvPicPr>
          <p:cNvPr id="4" name="Picture 3" descr="UPS-15-ISOTX-C1-IST-DAY4__3_confcomposite_Cur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809" y="1662113"/>
            <a:ext cx="8971843" cy="50466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64eab02-5979-4bde-924d-b1fd58491fc6">
      <Terms xmlns="http://schemas.microsoft.com/office/infopath/2007/PartnerControls"/>
    </lcf76f155ced4ddcb4097134ff3c332f>
    <TaxCatchAll xmlns="e716ad0e-fd63-450f-8964-deccbfc85002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0DD7F57CBBEA24C91BF287DB25697EE" ma:contentTypeVersion="14" ma:contentTypeDescription="Create a new document." ma:contentTypeScope="" ma:versionID="2a45bfc1c10ff5391a8854ce504a66f2">
  <xsd:schema xmlns:xsd="http://www.w3.org/2001/XMLSchema" xmlns:xs="http://www.w3.org/2001/XMLSchema" xmlns:p="http://schemas.microsoft.com/office/2006/metadata/properties" xmlns:ns2="564eab02-5979-4bde-924d-b1fd58491fc6" xmlns:ns3="e716ad0e-fd63-450f-8964-deccbfc85002" targetNamespace="http://schemas.microsoft.com/office/2006/metadata/properties" ma:root="true" ma:fieldsID="929c6b3d9dd47f5ba3ef65a0d8c82d18" ns2:_="" ns3:_="">
    <xsd:import namespace="564eab02-5979-4bde-924d-b1fd58491fc6"/>
    <xsd:import namespace="e716ad0e-fd63-450f-8964-deccbfc8500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64eab02-5979-4bde-924d-b1fd58491f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86c5c8ce-1a21-4a80-aba9-a2eb94c22b6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1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16ad0e-fd63-450f-8964-deccbfc85002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ed3d8de-4ede-41ed-a50a-76fa48fc637c}" ma:internalName="TaxCatchAll" ma:showField="CatchAllData" ma:web="e716ad0e-fd63-450f-8964-deccbfc8500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5C12FC9-AEEF-49A0-981C-97C8BD109D1E}">
  <ds:schemaRefs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e716ad0e-fd63-450f-8964-deccbfc85002"/>
    <ds:schemaRef ds:uri="http://purl.org/dc/elements/1.1/"/>
    <ds:schemaRef ds:uri="http://schemas.microsoft.com/office/infopath/2007/PartnerControls"/>
    <ds:schemaRef ds:uri="http://purl.org/dc/dcmitype/"/>
    <ds:schemaRef ds:uri="564eab02-5979-4bde-924d-b1fd58491fc6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2496F5E-A9B7-4500-A145-A8357E4776C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64eab02-5979-4bde-924d-b1fd58491fc6"/>
    <ds:schemaRef ds:uri="e716ad0e-fd63-450f-8964-deccbfc8500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213DBF8-3821-46DB-AA2C-5953216F5DB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452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Lim</dc:creator>
  <cp:lastModifiedBy>Liew Ming Khang</cp:lastModifiedBy>
  <cp:revision>32</cp:revision>
  <dcterms:created xsi:type="dcterms:W3CDTF">2025-09-29T05:57:08Z</dcterms:created>
  <dcterms:modified xsi:type="dcterms:W3CDTF">2026-03-17T03:10:48Z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0x010100F0DD7F57CBBEA24C91BF287DB25697EE</vt:lpwstr>
  </property>
  <property fmtid="{D5CDD505-2E9C-101B-9397-08002B2CF9AE}" pid="3" name="MediaServiceImageTags">
    <vt:lpwstr/>
  </property>
</Properties>
</file>