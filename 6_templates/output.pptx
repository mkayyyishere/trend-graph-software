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627" r:id="rId5"/>
    <p:sldId id="628" r:id="rId14"/>
    <p:sldId id="629" r:id="rId15"/>
    <p:sldId id="630" r:id="rId16"/>
    <p:sldId id="631" r:id="rId17"/>
    <p:sldId id="632" r:id="rId18"/>
    <p:sldId id="633" r:id="rId19"/>
    <p:sldId id="634" r:id="rId20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EC85A06-1885-4968-AE09-57ECD423E2D8}">
          <p14:sldIdLst>
            <p14:sldId id="6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6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9196B-945A-4485-A104-1404321B57D9}" v="1" dt="2026-03-17T02:26:00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Ming Khang" userId="c878c81e-8c52-40b8-906c-93bd8415a346" providerId="ADAL" clId="{058ECFF8-04D6-41EF-978E-0726B9EF5CFE}"/>
    <pc:docChg chg="modMainMaster">
      <pc:chgData name="Liew Ming Khang" userId="c878c81e-8c52-40b8-906c-93bd8415a346" providerId="ADAL" clId="{058ECFF8-04D6-41EF-978E-0726B9EF5CFE}" dt="2026-03-17T02:26:09.003" v="2" actId="14100"/>
      <pc:docMkLst>
        <pc:docMk/>
      </pc:docMkLst>
      <pc:sldMasterChg chg="modSldLayout">
        <pc:chgData name="Liew Ming Khang" userId="c878c81e-8c52-40b8-906c-93bd8415a346" providerId="ADAL" clId="{058ECFF8-04D6-41EF-978E-0726B9EF5CFE}" dt="2026-03-17T02:26:09.003" v="2" actId="14100"/>
        <pc:sldMasterMkLst>
          <pc:docMk/>
          <pc:sldMasterMk cId="3886423089" sldId="2147483648"/>
        </pc:sldMasterMkLst>
        <pc:sldLayoutChg chg="addSp delSp modSp mod">
          <pc:chgData name="Liew Ming Khang" userId="c878c81e-8c52-40b8-906c-93bd8415a346" providerId="ADAL" clId="{058ECFF8-04D6-41EF-978E-0726B9EF5CFE}" dt="2026-03-17T02:26:09.003" v="2" actId="14100"/>
          <pc:sldLayoutMkLst>
            <pc:docMk/>
            <pc:sldMasterMk cId="3886423089" sldId="2147483648"/>
            <pc:sldLayoutMk cId="4036078090" sldId="2147483655"/>
          </pc:sldLayoutMkLst>
          <pc:spChg chg="add del">
            <ac:chgData name="Liew Ming Khang" userId="c878c81e-8c52-40b8-906c-93bd8415a346" providerId="ADAL" clId="{058ECFF8-04D6-41EF-978E-0726B9EF5CFE}" dt="2026-03-17T02:26:00.098" v="0" actId="11529"/>
            <ac:spMkLst>
              <pc:docMk/>
              <pc:sldMasterMk cId="3886423089" sldId="2147483648"/>
              <pc:sldLayoutMk cId="4036078090" sldId="2147483655"/>
              <ac:spMk id="5" creationId="{40B4242F-56DC-CA4F-099B-89408252E048}"/>
            </ac:spMkLst>
          </pc:spChg>
          <pc:spChg chg="add mod">
            <ac:chgData name="Liew Ming Khang" userId="c878c81e-8c52-40b8-906c-93bd8415a346" providerId="ADAL" clId="{058ECFF8-04D6-41EF-978E-0726B9EF5CFE}" dt="2026-03-17T02:26:09.003" v="2" actId="14100"/>
            <ac:spMkLst>
              <pc:docMk/>
              <pc:sldMasterMk cId="3886423089" sldId="2147483648"/>
              <pc:sldLayoutMk cId="4036078090" sldId="2147483655"/>
              <ac:spMk id="6" creationId="{F31BCDA4-240E-EAD4-CAEE-6EB44E1A9093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E2D009-C524-B670-84AA-D13E0F4F7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2D630-6F27-787D-C980-8BD8652C04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8BF28-8366-4369-A3BA-70AE9EDE83CA}" type="datetimeFigureOut">
              <a:rPr lang="en-MY" smtClean="0"/>
              <a:t>17/3/2026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61DC5-082C-5ECD-53C6-9794982775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EBEE4-D2CF-9401-CA34-1E411A6325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364DF-F89F-4532-83FB-C62D1BA5A28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19778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FF01C-7E15-4825-AC28-9732FE18EB87}" type="datetimeFigureOut">
              <a:rPr lang="en-MY" smtClean="0"/>
              <a:t>17/3/2026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C81FB-3636-4CB3-B097-335A1C53346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77958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2152-C042-3C0F-AD5A-85445B259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82183-20C1-2BD6-07F5-B343243A4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C335-97AF-92F3-83D7-CE64338D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9CE9-8965-16B1-4CFE-9151F53BD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D82A5-77A5-2FF0-903F-BCEA057F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464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990FA-844B-B0FE-2AF6-F4EE8521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0ECD-56EB-B60C-DD3A-8AF8FC49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FE2EA-B89B-C09A-33AD-27B46846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183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C318-3802-A996-A5DA-B572D218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3" y="1884670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0C33E-E97D-D128-3EAA-8DF2619CD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3" y="5059034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AB56-3DCB-4E93-32CF-A1C2B37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AA1D7-96A4-9CA1-64BF-441A2113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A5057-1B58-5134-8301-2939749F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666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5462-FD9D-63A9-F078-1923D7B7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54A2-7EA8-A2F5-EDB1-FBD79FF4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31567-59EC-4EBE-6B27-171B86B33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8948C-1FC0-69B5-D5B2-B6FF6D17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9254D-E6F1-6486-6162-EC9D194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2AC39-7820-5B9B-0AA1-B998287D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370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D6D6-A716-9F85-6F3E-574BE23E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02483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1AEAD-3508-9064-8E2B-56D054D52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6210B-9679-1D91-D4A7-4EDC0BC8D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1B0D8-30A2-B026-41F9-3A1CC835A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0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FF1B0-D95A-8183-A569-8A8AB0BAA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0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A693E-1147-8D6C-A0E7-904E4F6A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F133B-BA6D-9CFF-40C3-58EFFFA6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6467B-EDC9-0BA8-D9F1-58066337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509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0BE2-A803-0748-AC35-857D2ACB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46BEA-2513-B725-8099-A02E61305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63F34-81C5-E4A0-951A-F83461C3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D5822-E835-62BF-D1C2-B3CD1BE9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19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BC804-F297-4F27-394A-4FFFE26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9BF46-A023-FFFE-8F38-A43935A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A7920-2D54-9B45-55F8-3C8ED973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607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BC804-F297-4F27-394A-4FFFE266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9BF46-A023-FFFE-8F38-A43935A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A7920-2D54-9B45-55F8-3C8ED973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1BCDA4-240E-EAD4-CAEE-6EB44E1A909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5062" y="1662113"/>
            <a:ext cx="9323338" cy="5046662"/>
          </a:xfrm>
        </p:spPr>
        <p:txBody>
          <a:bodyPr/>
          <a:lstStyle/>
          <a:p>
            <a:endParaRPr lang="en-MY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579E3F8-1FE3-2186-CD5E-10028D53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6" y="1100222"/>
            <a:ext cx="6740816" cy="393100"/>
          </a:xfrm>
        </p:spPr>
        <p:txBody>
          <a:bodyPr/>
          <a:lstStyle>
            <a:lvl1pPr>
              <a:defRPr sz="1850" b="1"/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4299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ABB2-CD01-D898-412F-E72B1F54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2DEE4-2F50-1625-D0A8-D57EF17DA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4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DD5BA-59D5-45FB-D724-DC8B58993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3B893-5973-7E7A-ED99-B820F6D2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369D9-FFE2-4CBD-568F-B62A1601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E945F-69F0-984C-4687-D6B5013B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680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B95E-A1B9-3568-6369-4C0240B8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95B15-AA17-8E96-BB23-922088A94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4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56AB1-E6CE-B1BE-0C51-66AD4A956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7EA97-FE31-2C7A-75F5-861CB384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1931D-C922-A89D-3337-30530556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6185A-DFC6-6769-FC5F-872D9111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040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3D9D1-A091-9D2E-A2B5-13C8BD78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01879-1CE7-B6D6-D04E-164C9A664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36015-535F-30B6-B696-8FCFE835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E905F-1040-8C22-8F38-908D8EBB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8F53A-E280-6FDD-99EF-06C64309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777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BB5D7-4FCC-4694-D09B-2A821C5D9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746DA-B7E3-6A7F-8E7B-6AF335734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4E5D-F2FE-FF2C-EE69-91F37BED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EF922-8FB5-407E-8DEC-6FBDDD13148D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12F1A-0A23-34F2-E33C-408D4BA8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3C706-FA2D-2972-F722-F7A83867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162B6-F844-4B02-8E73-4BB548F894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22125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1B297-AFA0-8B03-19CD-7899C36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3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DB2C7-3215-BD00-7C5A-232EA1420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1D6B1-1F73-F313-DD60-F0960816C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EF922-8FB5-407E-8DEC-6FBDDD13148D}" type="datetimeFigureOut">
              <a:rPr lang="en-SG" smtClean="0"/>
              <a:t>17/3/2026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106D5-ECEA-6311-AA3D-2CF7DF795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0313A-F342-565D-2910-27A11361F9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5061" y="402483"/>
            <a:ext cx="9221690" cy="466725"/>
          </a:xfrm>
          <a:prstGeom prst="rect">
            <a:avLst/>
          </a:prstGeom>
          <a:gradFill rotWithShape="1">
            <a:gsLst>
              <a:gs pos="0">
                <a:srgbClr val="002060"/>
              </a:gs>
              <a:gs pos="50000">
                <a:srgbClr val="C3C6D0"/>
              </a:gs>
              <a:gs pos="100000">
                <a:srgbClr val="F2F2F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YNJDC2.2 Day 2 CxL5 IST Interim Report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27 FEB 2026 | YNJCC-BBSB-RIT-PJW-30001 Rev. A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2049" name="Picture 4">
            <a:extLst>
              <a:ext uri="{FF2B5EF4-FFF2-40B4-BE49-F238E27FC236}">
                <a16:creationId xmlns:a16="http://schemas.microsoft.com/office/drawing/2014/main" id="{F50C54D2-B5F9-DFED-5D55-BDE34C9F2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830" y="483185"/>
            <a:ext cx="782637" cy="34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6">
            <a:extLst>
              <a:ext uri="{FF2B5EF4-FFF2-40B4-BE49-F238E27FC236}">
                <a16:creationId xmlns:a16="http://schemas.microsoft.com/office/drawing/2014/main" id="{5F9DEBC1-66D6-44F0-DF7D-7BCBA8A7E6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092" y="483185"/>
            <a:ext cx="1462088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4B4F819F-6810-45BC-BBE1-8B6363B886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5061" y="6957701"/>
            <a:ext cx="9258300" cy="203200"/>
          </a:xfrm>
          <a:prstGeom prst="rect">
            <a:avLst/>
          </a:prstGeom>
          <a:gradFill rotWithShape="1">
            <a:gsLst>
              <a:gs pos="0">
                <a:srgbClr val="F2F2F2"/>
              </a:gs>
              <a:gs pos="50000">
                <a:srgbClr val="C3C6D0"/>
              </a:gs>
              <a:gs pos="100000">
                <a:srgbClr val="203864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BF657AFF-8A86-3748-9CB1-08E69BC0D8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5060" y="6782145"/>
            <a:ext cx="96440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770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770438" algn="l"/>
              </a:tabLst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323E4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904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770438" algn="l"/>
              </a:tabLst>
              <a:defRPr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323E4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BLUE BULB ENGINEERING SDN. BHD. | All Rights Reserved. CONFIDENTIAL &amp; PROPRIETARY – Internal Use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496B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`			 </a:t>
            </a:r>
            <a:endParaRPr kumimoji="0" lang="en-SG" sz="1200" b="0" i="0" u="none" strike="noStrike" kern="1200" cap="none" normalizeH="0" baseline="0" dirty="0">
              <a:ln>
                <a:noFill/>
              </a:ln>
              <a:solidFill>
                <a:srgbClr val="8496B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BB9DA-008A-54A2-826C-A5FE31F0A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7723" y="684139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496B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45162B6-F844-4B02-8E73-4BB548F894DC}" type="slidenum">
              <a:rPr lang="en-SG" smtClean="0"/>
              <a:pPr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642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3FA996-1C03-93F8-1E0A-794B259B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39DD0F-584F-1249-7EE5-C3633A85F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529527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UPS-15-ISOTX-C1-IST-DAY4__0_config_composite_Active_Power</a:t>
            </a:r>
          </a:p>
        </p:txBody>
      </p:sp>
      <p:pic>
        <p:nvPicPr>
          <p:cNvPr id="4" name="Picture 3" descr="UPS-15-ISOTX-C1-IST-DAY4__0_config_composite_Active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UPS-15-ISOTX-C1-IST-DAY4__1_config_composite_Power_Factor</a:t>
            </a:r>
          </a:p>
        </p:txBody>
      </p:sp>
      <p:pic>
        <p:nvPicPr>
          <p:cNvPr id="4" name="Picture 3" descr="UPS-15-ISOTX-C1-IST-DAY4__1_config_composite_Power_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UPS-15-ISOTX-C1-IST-DAY4__0_config_composite_Active_Power_v_1</a:t>
            </a:r>
          </a:p>
        </p:txBody>
      </p:sp>
      <p:pic>
        <p:nvPicPr>
          <p:cNvPr id="4" name="Picture 3" descr="UPS-15-ISOTX-C1-IST-DAY4__0_config_composite_Active_Power_v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UPS-15-ISOTX-C1-IST-DAY4__2_config_composite_Voltage</a:t>
            </a:r>
          </a:p>
        </p:txBody>
      </p:sp>
      <p:pic>
        <p:nvPicPr>
          <p:cNvPr id="4" name="Picture 3" descr="UPS-15-ISOTX-C1-IST-DAY4__2_config_composite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UPS-15-ISOTX-C1-IST-DAY4__5_config_composite_Frequency</a:t>
            </a:r>
          </a:p>
        </p:txBody>
      </p:sp>
      <p:pic>
        <p:nvPicPr>
          <p:cNvPr id="4" name="Picture 3" descr="UPS-15-ISOTX-C1-IST-DAY4__5_config_composite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UPS-15-ISOTX-C1-IST-DAY4__3_config_composite_Current</a:t>
            </a:r>
          </a:p>
        </p:txBody>
      </p:sp>
      <p:pic>
        <p:nvPicPr>
          <p:cNvPr id="4" name="Picture 3" descr="UPS-15-ISOTX-C1-IST-DAY4__3_config_composite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UPS-15-ISOTX-C1-IST-DAY4__6_config_composite_THD_Voltage</a:t>
            </a:r>
          </a:p>
        </p:txBody>
      </p:sp>
      <p:pic>
        <p:nvPicPr>
          <p:cNvPr id="4" name="Picture 3" descr="UPS-15-ISOTX-C1-IST-DAY4__6_config_composite_THD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09" y="1662113"/>
            <a:ext cx="8971843" cy="50466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4eab02-5979-4bde-924d-b1fd58491fc6">
      <Terms xmlns="http://schemas.microsoft.com/office/infopath/2007/PartnerControls"/>
    </lcf76f155ced4ddcb4097134ff3c332f>
    <TaxCatchAll xmlns="e716ad0e-fd63-450f-8964-deccbfc8500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DD7F57CBBEA24C91BF287DB25697EE" ma:contentTypeVersion="14" ma:contentTypeDescription="Create a new document." ma:contentTypeScope="" ma:versionID="2a45bfc1c10ff5391a8854ce504a66f2">
  <xsd:schema xmlns:xsd="http://www.w3.org/2001/XMLSchema" xmlns:xs="http://www.w3.org/2001/XMLSchema" xmlns:p="http://schemas.microsoft.com/office/2006/metadata/properties" xmlns:ns2="564eab02-5979-4bde-924d-b1fd58491fc6" xmlns:ns3="e716ad0e-fd63-450f-8964-deccbfc85002" targetNamespace="http://schemas.microsoft.com/office/2006/metadata/properties" ma:root="true" ma:fieldsID="929c6b3d9dd47f5ba3ef65a0d8c82d18" ns2:_="" ns3:_="">
    <xsd:import namespace="564eab02-5979-4bde-924d-b1fd58491fc6"/>
    <xsd:import namespace="e716ad0e-fd63-450f-8964-deccbfc850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eab02-5979-4bde-924d-b1fd58491f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6c5c8ce-1a21-4a80-aba9-a2eb94c22b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6ad0e-fd63-450f-8964-deccbfc8500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ed3d8de-4ede-41ed-a50a-76fa48fc637c}" ma:internalName="TaxCatchAll" ma:showField="CatchAllData" ma:web="e716ad0e-fd63-450f-8964-deccbfc850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C12FC9-AEEF-49A0-981C-97C8BD109D1E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e716ad0e-fd63-450f-8964-deccbfc85002"/>
    <ds:schemaRef ds:uri="http://purl.org/dc/elements/1.1/"/>
    <ds:schemaRef ds:uri="http://schemas.microsoft.com/office/infopath/2007/PartnerControls"/>
    <ds:schemaRef ds:uri="http://purl.org/dc/dcmitype/"/>
    <ds:schemaRef ds:uri="564eab02-5979-4bde-924d-b1fd58491fc6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2496F5E-A9B7-4500-A145-A8357E477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4eab02-5979-4bde-924d-b1fd58491fc6"/>
    <ds:schemaRef ds:uri="e716ad0e-fd63-450f-8964-deccbfc850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13DBF8-3821-46DB-AA2C-5953216F5D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Lim</dc:creator>
  <cp:lastModifiedBy>Liew Ming Khang</cp:lastModifiedBy>
  <cp:revision>32</cp:revision>
  <dcterms:created xsi:type="dcterms:W3CDTF">2025-09-29T05:57:08Z</dcterms:created>
  <dcterms:modified xsi:type="dcterms:W3CDTF">2026-03-17T03:10:48Z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0x010100F0DD7F57CBBEA24C91BF287DB25697EE</vt:lpwstr>
  </property>
  <property fmtid="{D5CDD505-2E9C-101B-9397-08002B2CF9AE}" pid="3" name="MediaServiceImageTags">
    <vt:lpwstr/>
  </property>
</Properties>
</file>